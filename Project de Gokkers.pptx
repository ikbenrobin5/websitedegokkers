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ardsectie" id="{432C78B3-E027-42E3-A992-A0588DFB05FF}">
          <p14:sldIdLst>
            <p14:sldId id="256"/>
            <p14:sldId id="257"/>
            <p14:sldId id="260"/>
          </p14:sldIdLst>
        </p14:section>
        <p14:section name="Applicatie" id="{3EC67746-2D6A-4635-AFA4-D396EF906283}">
          <p14:sldIdLst>
            <p14:sldId id="258"/>
            <p14:sldId id="259"/>
          </p14:sldIdLst>
        </p14:section>
        <p14:section name="Website" id="{95AE32BB-E087-42F2-99D7-66CC6A31AB8E}">
          <p14:sldIdLst>
            <p14:sldId id="261"/>
            <p14:sldId id="262"/>
            <p14:sldId id="26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eraat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amkaart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nl-NL"/>
              <a:t>Tekststijl van het model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ferte naamkaart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nl-NL"/>
              <a:t>Tekststijl van het model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ar of onwa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nl-NL"/>
              <a:t>Tekststijl van het model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nl.wikipedia.org/wiki/Bestand:Smiley.svg" TargetMode="Externa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32001F-D0DB-4DA3-B1EA-82B9B2EEFD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>
                <a:latin typeface="Calibri" panose="020F0502020204030204" pitchFamily="34" charset="0"/>
                <a:cs typeface="Calibri" panose="020F0502020204030204" pitchFamily="34" charset="0"/>
              </a:rPr>
              <a:t>Project de Gokkers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4890302C-C56C-427A-8E97-719EB31464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nl-NL" dirty="0">
                <a:latin typeface="Calibri" panose="020F0502020204030204" pitchFamily="34" charset="0"/>
                <a:cs typeface="Calibri" panose="020F0502020204030204" pitchFamily="34" charset="0"/>
              </a:rPr>
              <a:t>Ayub Cige</a:t>
            </a:r>
          </a:p>
          <a:p>
            <a:r>
              <a:rPr lang="nl-NL" dirty="0">
                <a:latin typeface="Calibri" panose="020F0502020204030204" pitchFamily="34" charset="0"/>
                <a:cs typeface="Calibri" panose="020F0502020204030204" pitchFamily="34" charset="0"/>
              </a:rPr>
              <a:t>Robin Brongers</a:t>
            </a:r>
          </a:p>
          <a:p>
            <a:r>
              <a:rPr lang="nl-NL" dirty="0">
                <a:latin typeface="Calibri" panose="020F0502020204030204" pitchFamily="34" charset="0"/>
                <a:cs typeface="Calibri" panose="020F0502020204030204" pitchFamily="34" charset="0"/>
              </a:rPr>
              <a:t>Kamiel van de Lande</a:t>
            </a:r>
          </a:p>
        </p:txBody>
      </p:sp>
    </p:spTree>
    <p:extLst>
      <p:ext uri="{BB962C8B-B14F-4D97-AF65-F5344CB8AC3E}">
        <p14:creationId xmlns:p14="http://schemas.microsoft.com/office/powerpoint/2010/main" val="3535140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38">
            <a:extLst>
              <a:ext uri="{FF2B5EF4-FFF2-40B4-BE49-F238E27FC236}">
                <a16:creationId xmlns:a16="http://schemas.microsoft.com/office/drawing/2014/main" id="{3A3C2D7E-3F2E-404E-9B30-CB12DC972D5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40">
            <a:extLst>
              <a:ext uri="{FF2B5EF4-FFF2-40B4-BE49-F238E27FC236}">
                <a16:creationId xmlns:a16="http://schemas.microsoft.com/office/drawing/2014/main" id="{F1F7FD00-BF97-4325-B7C2-E451F20840A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06695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3" name="Freeform 11">
            <a:extLst>
              <a:ext uri="{FF2B5EF4-FFF2-40B4-BE49-F238E27FC236}">
                <a16:creationId xmlns:a16="http://schemas.microsoft.com/office/drawing/2014/main" id="{179B5294-DA4E-4926-B14A-DD6E07A12F6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129569B-22A7-4844-8CE7-A1E6F3817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3391" y="624110"/>
            <a:ext cx="9383408" cy="1280890"/>
          </a:xfrm>
        </p:spPr>
        <p:txBody>
          <a:bodyPr>
            <a:normAutofit/>
          </a:bodyPr>
          <a:lstStyle/>
          <a:p>
            <a:r>
              <a:rPr lang="nl-NL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Inhoudsopgave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CC8AC9D-8FCD-4FEB-A5C6-32C045771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3392" y="2623930"/>
            <a:ext cx="9383408" cy="32872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nl-NL">
                <a:latin typeface="Calibri" panose="020F0502020204030204" pitchFamily="34" charset="0"/>
                <a:cs typeface="Calibri" panose="020F0502020204030204" pitchFamily="34" charset="0"/>
              </a:rPr>
              <a:t>Inleiding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nl-NL">
                <a:latin typeface="Calibri" panose="020F0502020204030204" pitchFamily="34" charset="0"/>
                <a:cs typeface="Calibri" panose="020F0502020204030204" pitchFamily="34" charset="0"/>
              </a:rPr>
              <a:t>Applicatie</a:t>
            </a:r>
          </a:p>
          <a:p>
            <a:pPr lvl="1">
              <a:lnSpc>
                <a:spcPct val="90000"/>
              </a:lnSpc>
              <a:buFont typeface="+mj-lt"/>
              <a:buAutoNum type="arabicPeriod"/>
            </a:pPr>
            <a:r>
              <a:rPr lang="nl-NL">
                <a:latin typeface="Calibri" panose="020F0502020204030204" pitchFamily="34" charset="0"/>
                <a:cs typeface="Calibri" panose="020F0502020204030204" pitchFamily="34" charset="0"/>
              </a:rPr>
              <a:t>Inleiding</a:t>
            </a:r>
          </a:p>
          <a:p>
            <a:pPr lvl="1">
              <a:lnSpc>
                <a:spcPct val="90000"/>
              </a:lnSpc>
              <a:buFont typeface="+mj-lt"/>
              <a:buAutoNum type="arabicPeriod"/>
            </a:pPr>
            <a:r>
              <a:rPr lang="nl-NL">
                <a:latin typeface="Calibri" panose="020F0502020204030204" pitchFamily="34" charset="0"/>
                <a:cs typeface="Calibri" panose="020F0502020204030204" pitchFamily="34" charset="0"/>
              </a:rPr>
              <a:t>Inhoudelijke informatie</a:t>
            </a:r>
          </a:p>
          <a:p>
            <a:pPr lvl="1">
              <a:lnSpc>
                <a:spcPct val="90000"/>
              </a:lnSpc>
              <a:buFont typeface="+mj-lt"/>
              <a:buAutoNum type="arabicPeriod"/>
            </a:pPr>
            <a:r>
              <a:rPr lang="nl-NL">
                <a:latin typeface="Calibri" panose="020F0502020204030204" pitchFamily="34" charset="0"/>
                <a:cs typeface="Calibri" panose="020F0502020204030204" pitchFamily="34" charset="0"/>
              </a:rPr>
              <a:t>Voorbeelden</a:t>
            </a:r>
          </a:p>
          <a:p>
            <a:pPr marL="400050">
              <a:lnSpc>
                <a:spcPct val="90000"/>
              </a:lnSpc>
              <a:buFont typeface="+mj-lt"/>
              <a:buAutoNum type="arabicPeriod"/>
            </a:pPr>
            <a:r>
              <a:rPr lang="nl-NL">
                <a:latin typeface="Calibri" panose="020F0502020204030204" pitchFamily="34" charset="0"/>
                <a:cs typeface="Calibri" panose="020F0502020204030204" pitchFamily="34" charset="0"/>
              </a:rPr>
              <a:t>Website</a:t>
            </a:r>
          </a:p>
          <a:p>
            <a:pPr marL="800100" lvl="1">
              <a:lnSpc>
                <a:spcPct val="90000"/>
              </a:lnSpc>
              <a:buFont typeface="+mj-lt"/>
              <a:buAutoNum type="arabicPeriod"/>
            </a:pPr>
            <a:r>
              <a:rPr lang="nl-NL">
                <a:latin typeface="Calibri" panose="020F0502020204030204" pitchFamily="34" charset="0"/>
                <a:cs typeface="Calibri" panose="020F0502020204030204" pitchFamily="34" charset="0"/>
              </a:rPr>
              <a:t>Inhoudelijke informatie</a:t>
            </a:r>
          </a:p>
          <a:p>
            <a:pPr marL="800100" lvl="1">
              <a:lnSpc>
                <a:spcPct val="90000"/>
              </a:lnSpc>
              <a:buFont typeface="+mj-lt"/>
              <a:buAutoNum type="arabicPeriod"/>
            </a:pPr>
            <a:r>
              <a:rPr lang="nl-NL">
                <a:latin typeface="Calibri" panose="020F0502020204030204" pitchFamily="34" charset="0"/>
                <a:cs typeface="Calibri" panose="020F0502020204030204" pitchFamily="34" charset="0"/>
              </a:rPr>
              <a:t>Voorbeelden</a:t>
            </a:r>
          </a:p>
          <a:p>
            <a:pPr marL="457200">
              <a:lnSpc>
                <a:spcPct val="90000"/>
              </a:lnSpc>
              <a:buFont typeface="+mj-lt"/>
              <a:buAutoNum type="arabicPeriod"/>
            </a:pPr>
            <a:r>
              <a:rPr lang="nl-NL">
                <a:latin typeface="Calibri" panose="020F0502020204030204" pitchFamily="34" charset="0"/>
                <a:cs typeface="Calibri" panose="020F0502020204030204" pitchFamily="34" charset="0"/>
              </a:rPr>
              <a:t>Afsluiting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nl-NL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398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E491B121-12B5-4977-A064-636AB0B9B0BD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ED05F70-AB3E-4472-B26B-EFE6A5A59BC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2" name="Freeform 11">
            <a:extLst>
              <a:ext uri="{FF2B5EF4-FFF2-40B4-BE49-F238E27FC236}">
                <a16:creationId xmlns:a16="http://schemas.microsoft.com/office/drawing/2014/main" id="{21F6BE39-9E37-45F0-B10C-92305CFB7C7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Graphic 30">
            <a:extLst>
              <a:ext uri="{FF2B5EF4-FFF2-40B4-BE49-F238E27FC236}">
                <a16:creationId xmlns:a16="http://schemas.microsoft.com/office/drawing/2014/main" id="{BC5F9752-5633-4A0F-AFA0-DF44636BAF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62088" y="1278252"/>
            <a:ext cx="3981455" cy="398145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22576CD1-9657-4745-AA2B-1CBB2D255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6574536" cy="1259894"/>
          </a:xfrm>
        </p:spPr>
        <p:txBody>
          <a:bodyPr>
            <a:normAutofit/>
          </a:bodyPr>
          <a:lstStyle/>
          <a:p>
            <a:r>
              <a:rPr lang="nl-NL">
                <a:latin typeface="Calibri" panose="020F0502020204030204" pitchFamily="34" charset="0"/>
                <a:cs typeface="Calibri" panose="020F0502020204030204" pitchFamily="34" charset="0"/>
              </a:rPr>
              <a:t>Inleiding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4348517-136C-4E49-8C75-7F2E2B73D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2133600"/>
            <a:ext cx="6574535" cy="37592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>
                <a:latin typeface="Calibri" panose="020F0502020204030204" pitchFamily="34" charset="0"/>
                <a:cs typeface="Calibri" panose="020F0502020204030204" pitchFamily="34" charset="0"/>
              </a:rPr>
              <a:t>Wie zijn wij ?</a:t>
            </a:r>
          </a:p>
          <a:p>
            <a:endParaRPr lang="nl-NL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nl-NL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nl-NL" dirty="0">
                <a:latin typeface="Calibri" panose="020F0502020204030204" pitchFamily="34" charset="0"/>
                <a:cs typeface="Calibri" panose="020F0502020204030204" pitchFamily="34" charset="0"/>
              </a:rPr>
              <a:t>Tijdens dit project kregen wij de opdracht een gok game te maken waar je kunt bieden op 4 verschillende struisvogels. Hierbij moest een website komen waar je de game van kan downloaden.</a:t>
            </a:r>
          </a:p>
          <a:p>
            <a:endParaRPr lang="nl-NL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nl-NL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nl-NL" dirty="0">
                <a:latin typeface="Calibri" panose="020F0502020204030204" pitchFamily="34" charset="0"/>
                <a:cs typeface="Calibri" panose="020F0502020204030204" pitchFamily="34" charset="0"/>
              </a:rPr>
              <a:t>Vragen graag onthouden voor aan het eind van de presentatie.</a:t>
            </a:r>
          </a:p>
          <a:p>
            <a:endParaRPr lang="nl-NL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nl-NL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nl-NL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89676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3F4C104D-5F30-4811-9376-566B26E4719A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815E34B-5D02-4E01-A936-E8E1C0AB6F12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7" name="Freeform 11">
            <a:extLst>
              <a:ext uri="{FF2B5EF4-FFF2-40B4-BE49-F238E27FC236}">
                <a16:creationId xmlns:a16="http://schemas.microsoft.com/office/drawing/2014/main" id="{7DE3414B-B032-4710-A468-D3285E38C5FF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Afbeelding 3" descr="Afbeelding met schermafbeelding&#10;&#10;Beschrijving is gegenereerd met zeer hoge betrouwbaarheid">
            <a:extLst>
              <a:ext uri="{FF2B5EF4-FFF2-40B4-BE49-F238E27FC236}">
                <a16:creationId xmlns:a16="http://schemas.microsoft.com/office/drawing/2014/main" id="{462A1F8B-B06C-47AD-A1E7-1103C6FC32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5279831" y="640080"/>
            <a:ext cx="5633000" cy="525277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F769F21-6295-4A33-AD83-9BFD37671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3650279" cy="1259894"/>
          </a:xfrm>
        </p:spPr>
        <p:txBody>
          <a:bodyPr>
            <a:normAutofit/>
          </a:bodyPr>
          <a:lstStyle/>
          <a:p>
            <a:r>
              <a:rPr lang="nl-NL">
                <a:latin typeface="Calibri" panose="020F0502020204030204" pitchFamily="34" charset="0"/>
                <a:cs typeface="Calibri" panose="020F0502020204030204" pitchFamily="34" charset="0"/>
              </a:rPr>
              <a:t>Applicatie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CA587DC-9A4A-4025-8EB1-FB41277CD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5" y="2133600"/>
            <a:ext cx="3650278" cy="37592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>
                <a:latin typeface="Calibri" panose="020F0502020204030204" pitchFamily="34" charset="0"/>
                <a:cs typeface="Calibri" panose="020F0502020204030204" pitchFamily="34" charset="0"/>
              </a:rPr>
              <a:t>De applicatie begint bij een settings menu waar je het aantal spelers, begin bedrag en speler namen kunt wijzigen.</a:t>
            </a:r>
          </a:p>
          <a:p>
            <a:pPr marL="0" indent="0">
              <a:buNone/>
            </a:pPr>
            <a:endParaRPr lang="nl-NL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nl-NL" dirty="0">
                <a:latin typeface="Calibri" panose="020F0502020204030204" pitchFamily="34" charset="0"/>
                <a:cs typeface="Calibri" panose="020F0502020204030204" pitchFamily="34" charset="0"/>
              </a:rPr>
              <a:t>In het programma heb je 4 struisvogels met een random naam.</a:t>
            </a:r>
          </a:p>
          <a:p>
            <a:pPr marL="0" indent="0">
              <a:buNone/>
            </a:pPr>
            <a:r>
              <a:rPr lang="nl-NL" dirty="0">
                <a:latin typeface="Calibri" panose="020F0502020204030204" pitchFamily="34" charset="0"/>
                <a:cs typeface="Calibri" panose="020F0502020204030204" pitchFamily="34" charset="0"/>
              </a:rPr>
              <a:t>Je kunt bieden op 1 struisvogel per race.</a:t>
            </a:r>
          </a:p>
          <a:p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011576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EDD21E1-BAF0-4314-AB31-82ECB8AC9EA9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C8619C-F25D-468E-95FA-2A2151D7DDD2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2">
            <a:extLst>
              <a:ext uri="{FF2B5EF4-FFF2-40B4-BE49-F238E27FC236}">
                <a16:creationId xmlns:a16="http://schemas.microsoft.com/office/drawing/2014/main" id="{7D9439D6-DEAD-4CEB-A61B-BE3D64D1B59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D3CB7C4D-E46D-48EB-975D-D84280D03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771" y="1342609"/>
            <a:ext cx="9417504" cy="525667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08EB737-FE8B-4663-899E-CBAA162EE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5122652" cy="1259894"/>
          </a:xfrm>
        </p:spPr>
        <p:txBody>
          <a:bodyPr>
            <a:normAutofit/>
          </a:bodyPr>
          <a:lstStyle/>
          <a:p>
            <a:r>
              <a:rPr lang="nl-NL">
                <a:latin typeface="Calibri" panose="020F0502020204030204" pitchFamily="34" charset="0"/>
                <a:cs typeface="Calibri" panose="020F0502020204030204" pitchFamily="34" charset="0"/>
              </a:rPr>
              <a:t>Voorbeeld Applicatie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BC20869-7235-47CC-BCEC-C28C96B3B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5" y="2133600"/>
            <a:ext cx="5122652" cy="375925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nl-NL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nl-NL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3330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1EDD21E1-BAF0-4314-AB31-82ECB8AC9EA9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DC8619C-F25D-468E-95FA-2A2151D7DDD2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5" name="Freeform 12">
            <a:extLst>
              <a:ext uri="{FF2B5EF4-FFF2-40B4-BE49-F238E27FC236}">
                <a16:creationId xmlns:a16="http://schemas.microsoft.com/office/drawing/2014/main" id="{7D9439D6-DEAD-4CEB-A61B-BE3D64D1B59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Afbeeldingsresultaat voor placeholder images">
            <a:extLst>
              <a:ext uri="{FF2B5EF4-FFF2-40B4-BE49-F238E27FC236}">
                <a16:creationId xmlns:a16="http://schemas.microsoft.com/office/drawing/2014/main" id="{B7AB4451-79AE-4C13-ABF4-A3D0F82FE5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3856" y="645106"/>
            <a:ext cx="5247747" cy="5247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902AF95-CCC0-4BB4-9E39-1F11F6E31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5122652" cy="1259894"/>
          </a:xfrm>
        </p:spPr>
        <p:txBody>
          <a:bodyPr>
            <a:normAutofit/>
          </a:bodyPr>
          <a:lstStyle/>
          <a:p>
            <a:r>
              <a:rPr lang="nl-NL" dirty="0">
                <a:latin typeface="Calibri" panose="020F0502020204030204" pitchFamily="34" charset="0"/>
                <a:cs typeface="Calibri" panose="020F0502020204030204" pitchFamily="34" charset="0"/>
              </a:rPr>
              <a:t>Website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C294E95-D282-4511-B198-DA3AC4966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5" y="2133600"/>
            <a:ext cx="5122652" cy="37592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>
                <a:latin typeface="Calibri" panose="020F0502020204030204" pitchFamily="34" charset="0"/>
                <a:cs typeface="Calibri" panose="020F0502020204030204" pitchFamily="34" charset="0"/>
              </a:rPr>
              <a:t>Op de website kun je registreren en inloggen. Je kunt de game downloaden via de website zodra je ingelogd bent.</a:t>
            </a:r>
          </a:p>
          <a:p>
            <a:pPr marL="0" indent="0">
              <a:buNone/>
            </a:pPr>
            <a:endParaRPr lang="nl-NL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nl-NL" dirty="0">
                <a:latin typeface="Calibri" panose="020F0502020204030204" pitchFamily="34" charset="0"/>
                <a:cs typeface="Calibri" panose="020F0502020204030204" pitchFamily="34" charset="0"/>
              </a:rPr>
              <a:t>Er staat ook een trailer van de applicatie op de website</a:t>
            </a:r>
          </a:p>
        </p:txBody>
      </p:sp>
    </p:spTree>
    <p:extLst>
      <p:ext uri="{BB962C8B-B14F-4D97-AF65-F5344CB8AC3E}">
        <p14:creationId xmlns:p14="http://schemas.microsoft.com/office/powerpoint/2010/main" val="10521109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1" name="Rectangle 140">
            <a:extLst>
              <a:ext uri="{FF2B5EF4-FFF2-40B4-BE49-F238E27FC236}">
                <a16:creationId xmlns:a16="http://schemas.microsoft.com/office/drawing/2014/main" id="{A7DA8593-5BA7-45F3-B447-37FB2B9F7E32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035CBF17-C0BF-49C1-8FB7-B43A3545D81C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5" name="Freeform 11">
            <a:extLst>
              <a:ext uri="{FF2B5EF4-FFF2-40B4-BE49-F238E27FC236}">
                <a16:creationId xmlns:a16="http://schemas.microsoft.com/office/drawing/2014/main" id="{F5147F3F-3E4A-4255-8C92-856618C4740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6" name="Picture 4" descr="Afbeeldingsresultaat voor placeholder images">
            <a:extLst>
              <a:ext uri="{FF2B5EF4-FFF2-40B4-BE49-F238E27FC236}">
                <a16:creationId xmlns:a16="http://schemas.microsoft.com/office/drawing/2014/main" id="{350A2E46-D319-45DA-97E9-FDD80732BC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133600" y="1603177"/>
            <a:ext cx="8460107" cy="4758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23ABD4AD-DE98-47CC-B4BD-426954FE6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6574536" cy="1259894"/>
          </a:xfrm>
        </p:spPr>
        <p:txBody>
          <a:bodyPr>
            <a:normAutofit/>
          </a:bodyPr>
          <a:lstStyle/>
          <a:p>
            <a:r>
              <a:rPr lang="nl-NL" dirty="0"/>
              <a:t>Voorbeelden Website</a:t>
            </a:r>
          </a:p>
        </p:txBody>
      </p:sp>
      <p:sp>
        <p:nvSpPr>
          <p:cNvPr id="2058" name="Content Placeholder 2057">
            <a:extLst>
              <a:ext uri="{FF2B5EF4-FFF2-40B4-BE49-F238E27FC236}">
                <a16:creationId xmlns:a16="http://schemas.microsoft.com/office/drawing/2014/main" id="{2512BF9A-4BC9-4AEC-A9F6-9D8F488905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2133600"/>
            <a:ext cx="6574535" cy="3759253"/>
          </a:xfrm>
        </p:spPr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9985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EDD21E1-BAF0-4314-AB31-82ECB8AC9EA9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DC8619C-F25D-468E-95FA-2A2151D7DDD2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Freeform 12">
            <a:extLst>
              <a:ext uri="{FF2B5EF4-FFF2-40B4-BE49-F238E27FC236}">
                <a16:creationId xmlns:a16="http://schemas.microsoft.com/office/drawing/2014/main" id="{7D9439D6-DEAD-4CEB-A61B-BE3D64D1B59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973AC3D-E8E8-4959-B5E9-AB65DDBEC5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3856" y="645106"/>
            <a:ext cx="5247747" cy="5247747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217C3527-F982-4759-93D3-2C0E5155C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5122652" cy="1259894"/>
          </a:xfrm>
        </p:spPr>
        <p:txBody>
          <a:bodyPr>
            <a:normAutofit/>
          </a:bodyPr>
          <a:lstStyle/>
          <a:p>
            <a:r>
              <a:rPr lang="nl-NL" dirty="0">
                <a:latin typeface="Calibri" panose="020F0502020204030204" pitchFamily="34" charset="0"/>
                <a:cs typeface="Calibri" panose="020F0502020204030204" pitchFamily="34" charset="0"/>
              </a:rPr>
              <a:t>Afsluiting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E5EB8D0-4993-4E02-A711-47D0BAA8E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5" y="2133600"/>
            <a:ext cx="5122652" cy="37592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>
                <a:latin typeface="Calibri" panose="020F0502020204030204" pitchFamily="34" charset="0"/>
                <a:cs typeface="Calibri" panose="020F0502020204030204" pitchFamily="34" charset="0"/>
              </a:rPr>
              <a:t>Wij vonden dat het project soepel is verlopen</a:t>
            </a:r>
          </a:p>
          <a:p>
            <a:endParaRPr lang="nl-NL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nl-NL" dirty="0">
                <a:latin typeface="Calibri" panose="020F0502020204030204" pitchFamily="34" charset="0"/>
                <a:cs typeface="Calibri" panose="020F0502020204030204" pitchFamily="34" charset="0"/>
              </a:rPr>
              <a:t>De enige problemen waar wij tegenaan liepen werden opgelost toen we gebruik gingen maken van GIT.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3EBC6141-53B3-4B81-A8F5-B37122BAEA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8305800" y="730302"/>
            <a:ext cx="1020127" cy="106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7270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Sliert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47</TotalTime>
  <Words>180</Words>
  <Application>Microsoft Office PowerPoint</Application>
  <PresentationFormat>Breedbeeld</PresentationFormat>
  <Paragraphs>38</Paragraphs>
  <Slides>8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8</vt:i4>
      </vt:variant>
    </vt:vector>
  </HeadingPairs>
  <TitlesOfParts>
    <vt:vector size="13" baseType="lpstr">
      <vt:lpstr>Arial</vt:lpstr>
      <vt:lpstr>Calibri</vt:lpstr>
      <vt:lpstr>Century Gothic</vt:lpstr>
      <vt:lpstr>Wingdings 3</vt:lpstr>
      <vt:lpstr>Sliert</vt:lpstr>
      <vt:lpstr>Project de Gokkers</vt:lpstr>
      <vt:lpstr>Inhoudsopgave</vt:lpstr>
      <vt:lpstr>Inleiding</vt:lpstr>
      <vt:lpstr>Applicatie</vt:lpstr>
      <vt:lpstr>Voorbeeld Applicatie</vt:lpstr>
      <vt:lpstr>Website</vt:lpstr>
      <vt:lpstr>Voorbeelden Website</vt:lpstr>
      <vt:lpstr>Afsluiting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de Gokkers</dc:title>
  <dc:creator>Gebruiker</dc:creator>
  <cp:lastModifiedBy>Gebruiker</cp:lastModifiedBy>
  <cp:revision>6</cp:revision>
  <dcterms:created xsi:type="dcterms:W3CDTF">2018-03-26T11:00:15Z</dcterms:created>
  <dcterms:modified xsi:type="dcterms:W3CDTF">2018-03-26T11:47:22Z</dcterms:modified>
</cp:coreProperties>
</file>